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4886dcb2f45ea" /><Relationship Type="http://schemas.openxmlformats.org/officeDocument/2006/relationships/extended-properties" Target="/docProps/app.xml" Id="R8fb5e59dfac341e3" /><Relationship Type="http://schemas.openxmlformats.org/officeDocument/2006/relationships/officeDocument" Target="/ppt/presentation.xml" Id="Rde601489b820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13ae8778c49e4"/>
  </p:sldMasterIdLst>
  <p:notesMasterIdLst>
    <p:notesMasterId xmlns:r="http://schemas.openxmlformats.org/officeDocument/2006/relationships" r:id="Re9ef82bd6f3e4a35"/>
  </p:notesMasterIdLst>
  <p:sldIdLst>
    <p:sldId xmlns:r="http://schemas.openxmlformats.org/officeDocument/2006/relationships" id="256" r:id="R908887fd3a4841b5"/>
    <p:sldId xmlns:r="http://schemas.openxmlformats.org/officeDocument/2006/relationships" id="257" r:id="R6415569d11fc4588"/>
    <p:sldId xmlns:r="http://schemas.openxmlformats.org/officeDocument/2006/relationships" id="258" r:id="R4a92a9c8863e4169"/>
    <p:sldId xmlns:r="http://schemas.openxmlformats.org/officeDocument/2006/relationships" id="259" r:id="R752d8310cfec43f5"/>
    <p:sldId xmlns:r="http://schemas.openxmlformats.org/officeDocument/2006/relationships" id="260" r:id="Rb011d552d2244165"/>
    <p:sldId xmlns:r="http://schemas.openxmlformats.org/officeDocument/2006/relationships" id="261" r:id="R1477efe4ea1a4a42"/>
    <p:sldId xmlns:r="http://schemas.openxmlformats.org/officeDocument/2006/relationships" id="262" r:id="Raea696f408c64268"/>
    <p:sldId xmlns:r="http://schemas.openxmlformats.org/officeDocument/2006/relationships" id="263" r:id="R916eda68bcb547fa"/>
    <p:sldId xmlns:r="http://schemas.openxmlformats.org/officeDocument/2006/relationships" id="264" r:id="R03020828919c491f"/>
    <p:sldId xmlns:r="http://schemas.openxmlformats.org/officeDocument/2006/relationships" id="265" r:id="R75e72e6e6dd543c9"/>
    <p:sldId xmlns:r="http://schemas.openxmlformats.org/officeDocument/2006/relationships" id="266" r:id="R7e0cf975bb2f430c"/>
    <p:sldId xmlns:r="http://schemas.openxmlformats.org/officeDocument/2006/relationships" id="267" r:id="R6087ef239c9d4c89"/>
    <p:sldId xmlns:r="http://schemas.openxmlformats.org/officeDocument/2006/relationships" id="268" r:id="R6f1775cc5b824d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8422bedb7841e8" /><Relationship Type="http://schemas.openxmlformats.org/officeDocument/2006/relationships/slideMaster" Target="/ppt/slideMasters/slideMaster1.xml" Id="Ra5513ae8778c49e4" /><Relationship Type="http://schemas.openxmlformats.org/officeDocument/2006/relationships/notesMaster" Target="/ppt/notesMasters/notesMaster1.xml" Id="Re9ef82bd6f3e4a35" /><Relationship Type="http://schemas.openxmlformats.org/officeDocument/2006/relationships/presProps" Target="/ppt/presProps.xml" Id="R8650a6cb89ee4d24" /><Relationship Type="http://schemas.openxmlformats.org/officeDocument/2006/relationships/tableStyles" Target="/ppt/tableStyles.xml" Id="Rbe2f831dbe264bbd" /><Relationship Type="http://schemas.openxmlformats.org/officeDocument/2006/relationships/slide" Target="/ppt/slides/slide1.xml" Id="R908887fd3a4841b5" /><Relationship Type="http://schemas.openxmlformats.org/officeDocument/2006/relationships/slide" Target="/ppt/slides/slide2.xml" Id="R6415569d11fc4588" /><Relationship Type="http://schemas.openxmlformats.org/officeDocument/2006/relationships/slide" Target="/ppt/slides/slide3.xml" Id="R4a92a9c8863e4169" /><Relationship Type="http://schemas.openxmlformats.org/officeDocument/2006/relationships/slide" Target="/ppt/slides/slide4.xml" Id="R752d8310cfec43f5" /><Relationship Type="http://schemas.openxmlformats.org/officeDocument/2006/relationships/slide" Target="/ppt/slides/slide5.xml" Id="Rb011d552d2244165" /><Relationship Type="http://schemas.openxmlformats.org/officeDocument/2006/relationships/slide" Target="/ppt/slides/slide6.xml" Id="R1477efe4ea1a4a42" /><Relationship Type="http://schemas.openxmlformats.org/officeDocument/2006/relationships/slide" Target="/ppt/slides/slide7.xml" Id="Raea696f408c64268" /><Relationship Type="http://schemas.openxmlformats.org/officeDocument/2006/relationships/slide" Target="/ppt/slides/slide8.xml" Id="R916eda68bcb547fa" /><Relationship Type="http://schemas.openxmlformats.org/officeDocument/2006/relationships/slide" Target="/ppt/slides/slide9.xml" Id="R03020828919c491f" /><Relationship Type="http://schemas.openxmlformats.org/officeDocument/2006/relationships/slide" Target="/ppt/slides/slide10.xml" Id="R75e72e6e6dd543c9" /><Relationship Type="http://schemas.openxmlformats.org/officeDocument/2006/relationships/slide" Target="/ppt/slides/slide11.xml" Id="R7e0cf975bb2f430c" /><Relationship Type="http://schemas.openxmlformats.org/officeDocument/2006/relationships/slide" Target="/ppt/slides/slide12.xml" Id="R6087ef239c9d4c89" /><Relationship Type="http://schemas.openxmlformats.org/officeDocument/2006/relationships/slide" Target="/ppt/slides/slide13.xml" Id="R6f1775cc5b82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89aa24a36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90319ea414b12" /><Relationship Type="http://schemas.openxmlformats.org/officeDocument/2006/relationships/notesMaster" Target="/ppt/notesMasters/notesMaster1.xml" Id="R86a7a3c060f14f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16fa6ae7e4b84" /><Relationship Type="http://schemas.openxmlformats.org/officeDocument/2006/relationships/notesMaster" Target="/ppt/notesMasters/notesMaster1.xml" Id="Re62d9b4c11dd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f0ff45927461a" /><Relationship Type="http://schemas.openxmlformats.org/officeDocument/2006/relationships/notesMaster" Target="/ppt/notesMasters/notesMaster1.xml" Id="Ra1c226313693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c60cf819234af9" /><Relationship Type="http://schemas.openxmlformats.org/officeDocument/2006/relationships/notesMaster" Target="/ppt/notesMasters/notesMaster1.xml" Id="Reb646b355ad641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0bc9af62ee4c58" /><Relationship Type="http://schemas.openxmlformats.org/officeDocument/2006/relationships/notesMaster" Target="/ppt/notesMasters/notesMaster1.xml" Id="R262d83d8e98a43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eb0215877e4e03" /><Relationship Type="http://schemas.openxmlformats.org/officeDocument/2006/relationships/notesMaster" Target="/ppt/notesMasters/notesMaster1.xml" Id="Rfed59aea554a47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e3d61e3cae4a20" /><Relationship Type="http://schemas.openxmlformats.org/officeDocument/2006/relationships/notesMaster" Target="/ppt/notesMasters/notesMaster1.xml" Id="Re87352ba858c47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40ee49389943f6" /><Relationship Type="http://schemas.openxmlformats.org/officeDocument/2006/relationships/notesMaster" Target="/ppt/notesMasters/notesMaster1.xml" Id="Rf51aa4b049a944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030201b98e4e40" /><Relationship Type="http://schemas.openxmlformats.org/officeDocument/2006/relationships/notesMaster" Target="/ppt/notesMasters/notesMaster1.xml" Id="Rb3b64cc446a34b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5fbf056d6d46ea" /><Relationship Type="http://schemas.openxmlformats.org/officeDocument/2006/relationships/notesMaster" Target="/ppt/notesMasters/notesMaster1.xml" Id="R271d94ebc36c41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0fccda36664525" /><Relationship Type="http://schemas.openxmlformats.org/officeDocument/2006/relationships/notesMaster" Target="/ppt/notesMasters/notesMaster1.xml" Id="Rb9b18d5f04e34e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27e40bbcc844f8" /><Relationship Type="http://schemas.openxmlformats.org/officeDocument/2006/relationships/notesMaster" Target="/ppt/notesMasters/notesMaster1.xml" Id="R7f4592cc77a34b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5df8b44d6f49dc" /><Relationship Type="http://schemas.openxmlformats.org/officeDocument/2006/relationships/notesMaster" Target="/ppt/notesMasters/notesMaster1.xml" Id="Ra71400c00ee14d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เกริ่นว่าการปรับครั้งนี้เพิ่ม Settings กลางที่ควบคุมทั้งกล้องและเครื่องอัดเสียง โดยสไลด์ต่อไปจะแสดงโค้ดจริงทีละส่วน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อธิบายขอบเขตงานก่อนเข้าสู่โค้ด: Settings กลางหนึ่งชุดถูกใช้กับสองหน้าหลัก และปุ่มเฟืองอยู่มุมขวาบนทั้งสองหน้า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/home/nititornkawai/code/softdev/CameraApp/Camera/contexts/settings-context.tsx</a:t>
            </a:r>
          </a:p>
          <a:p xmlns:a="http://schemas.openxmlformats.org/drawingml/2006/main">
            <a:r>
              <a:t>- /home/nititornkawai/code/softdev/CameraApp/Camera/components/settings-button.tsx</a:t>
            </a:r>
          </a:p>
          <a:p xmlns:a="http://schemas.openxmlformats.org/drawingml/2006/main">
            <a:r>
              <a:t>- /home/nititornkawai/code/softdev/CameraApp/Camera/app/modal.tsx</a:t>
            </a:r>
          </a:p>
          <a:p xmlns:a="http://schemas.openxmlformats.org/drawingml/2006/main">
            <a:r>
              <a:t>- /home/nititornkawai/code/softdev/CameraApp/Camera/app/(tabs)/index.tsx</a:t>
            </a:r>
          </a:p>
          <a:p xmlns:a="http://schemas.openxmlformats.org/drawingml/2006/main">
            <a:r>
              <a:t>- /home/nititornkawai/code/softdev/CameraApp/Camera/app/(tabs)/voice_record.tsx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ชี้ให้เห็นว่า SettingsProvider ครอบ root layout จึงไม่ต้องส่ง props ผ่านหลายหน้า และค่าชนิดเดียวกันถูกใช้ร่วมกันทั้งแอป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/home/nititornkawai/code/softdev/CameraApp/Camera/contexts/settings-context.tsx:12-33</a:t>
            </a:r>
          </a:p>
          <a:p xmlns:a="http://schemas.openxmlformats.org/drawingml/2006/main">
            <a:r>
              <a:t>- /home/nititornkawai/code/softdev/CameraApp/Camera/app/_layout.tsx:13-33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SettingSlider เป็น reusable component จึงใช้ interaction และ accessibility แบบเดียวกันทั้งสามรายการ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/home/nititornkawai/code/softdev/CameraApp/Camera/app/modal.tsx:31-94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เน้นว่าค่า number จาก native slider ไม่ได้ถูกส่งต่อแบบดิบ แต่แปลงเป็น domain value ที่อ่านง่ายและตรวจสอบได้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/home/nititornkawai/code/softdev/CameraApp/Camera/app/modal.tsx:20-29</a:t>
            </a:r>
          </a:p>
          <a:p xmlns:a="http://schemas.openxmlformats.org/drawingml/2006/main">
            <a:r>
              <a:t>- /home/nititornkawai/code/softdev/CameraApp/Camera/app/modal.tsx:148-207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data flow: slider เรียก updateSettings, context merge ค่า, UI อัปเดตทันที และ AsyncStorage เก็บไว้เปิดครั้งถัดไป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/home/nititornkawai/code/softdev/CameraApp/Camera/contexts/settings-context.tsx:27-68</a:t>
            </a:r>
          </a:p>
          <a:p xmlns:a="http://schemas.openxmlformats.org/drawingml/2006/main">
            <a:r>
              <a:t>- /home/nititornkawai/code/softdev/CameraApp/Camera/contexts/settings-context.tsx:70-131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ชี้บรรทัด settings.countdownSeconds ซึ่งเป็นจุดเชื่อมตรงจาก slider ไปสู่พฤติกรรมการถ่ายภาพ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/home/nititornkawai/code/softdev/CameraApp/Camera/app/(tabs)/index.tsx:393-440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อธิบายว่าการตรวจ focus และ AppState ป้องกัน hidden capture ขณะที่ผู้ใช้ออกจากหน้ากล้องหรือแอปอยู่ background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/home/nititornkawai/code/softdev/CameraApp/Camera/app/(tabs)/index.tsx:442-525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เน้นจุดขายของ implementation: Low / Medium / High เป็นระดับเชิงความหมาย ไม่ได้ผูกกับ resolution เดียวทุกอุปกรณ์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/home/nititornkawai/code/softdev/CameraApp/Camera/app/(tabs)/index.tsx:45-119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อธิบายเหตุผลของ key: เมื่อ pictureSize เปลี่ยน กล้องต้องเริ่มรอบใหม่ด้วย configuration ที่ถูกต้อง จึงปิดปุ่มถ่ายระหว่างเปลี่ยนสถานะ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/home/nititornkawai/code/softdev/CameraApp/Camera/app/(tabs)/index.tsx:184-287</a:t>
            </a:r>
          </a:p>
          <a:p xmlns:a="http://schemas.openxmlformats.org/drawingml/2006/main">
            <a:r>
              <a:t>- /home/nititornkawai/code/softdev/CameraApp/Camera/app/(tabs)/index.tsx:584-635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trade-off ว่า slider ควบคุม bitrate และ iOS quality โดยทุกระดับยังคงใช้ AAC/MPEG-4 จาก preset ที่รองรับหลายแพลตฟอร์ม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/home/nititornkawai/code/softdev/CameraApp/Camera/app/(tabs)/voice_record.tsx:42-91</a:t>
            </a:r>
          </a:p>
          <a:p xmlns:a="http://schemas.openxmlformats.org/drawingml/2006/main">
            <a:r>
              <a:t>- /home/nititornkawai/code/softdev/CameraApp/Camera/node_modules/expo-audio/src/RecordingConstants.ts:69-88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state machine Idle - Starting - Recording - Stopping และเหตุผลที่ใช้ ref ร่วมกับ state เพื่อกันการกดซ้ำก่อน React render รอบใหม่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/home/nititornkawai/code/softdev/CameraApp/Camera/app/(tabs)/voice_record.tsx:74-135</a:t>
            </a:r>
          </a:p>
          <a:p xmlns:a="http://schemas.openxmlformats.org/drawingml/2006/main">
            <a:r>
              <a:t>- /home/nititornkawai/code/softdev/CameraApp/Camera/app/(tabs)/voice_record.tsx:178-277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ปิดด้วยผลตรวจที่ทำได้ใน environment นี้ และแยกให้ชัดว่า physical-device test ยังเป็นขั้นตอนถัดไป ไม่อ้างว่าได้ทดสอบฮาร์ดแวร์แล้ว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/home/nititornkawai/code/softdev/CameraApp/Camera/package.json</a:t>
            </a:r>
          </a:p>
          <a:p xmlns:a="http://schemas.openxmlformats.org/drawingml/2006/main">
            <a:r>
              <a:t>- Local command results: tsc exit 0, Expo lint exit 0, git diff --check exit 0, npm ls exit 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6fff46415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2433877864b4d" /><Relationship Type="http://schemas.openxmlformats.org/officeDocument/2006/relationships/slideLayout" Target="/ppt/slideLayouts/slideLayout1.xml" Id="R8fd99cc488be43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99cc488be43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ad662c8314320" /><Relationship Type="http://schemas.openxmlformats.org/officeDocument/2006/relationships/notesSlide" Target="/ppt/notesSlides/notesSlide1.xml" Id="R805a050932d842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0bdc687274ab1" /><Relationship Type="http://schemas.openxmlformats.org/officeDocument/2006/relationships/notesSlide" Target="/ppt/notesSlides/notesSlide2.xml" Id="R8d02292602d14c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2068121646e5" /><Relationship Type="http://schemas.openxmlformats.org/officeDocument/2006/relationships/notesSlide" Target="/ppt/notesSlides/notesSlide3.xml" Id="R6113ca228ab8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b415d39c40ae" /><Relationship Type="http://schemas.openxmlformats.org/officeDocument/2006/relationships/notesSlide" Target="/ppt/notesSlides/notesSlide4.xml" Id="R517cbaeb4353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96c1b365a4213" /><Relationship Type="http://schemas.openxmlformats.org/officeDocument/2006/relationships/notesSlide" Target="/ppt/notesSlides/notesSlide5.xml" Id="Rec673e7b484142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bf53686fd43ba" /><Relationship Type="http://schemas.openxmlformats.org/officeDocument/2006/relationships/notesSlide" Target="/ppt/notesSlides/notesSlide6.xml" Id="R6f07f0367a8c4a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2e8d23b594f4a" /><Relationship Type="http://schemas.openxmlformats.org/officeDocument/2006/relationships/notesSlide" Target="/ppt/notesSlides/notesSlide7.xml" Id="Rf9c8ea119d8845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7e75021584a0b" /><Relationship Type="http://schemas.openxmlformats.org/officeDocument/2006/relationships/notesSlide" Target="/ppt/notesSlides/notesSlide8.xml" Id="R0c0a722408ce4d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aacf412441c3" /><Relationship Type="http://schemas.openxmlformats.org/officeDocument/2006/relationships/notesSlide" Target="/ppt/notesSlides/notesSlide9.xml" Id="R6614b40b2c9240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d30a04e5b4af6" /><Relationship Type="http://schemas.openxmlformats.org/officeDocument/2006/relationships/notesSlide" Target="/ppt/notesSlides/notesSlide10.xml" Id="R30409199219e4f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337c35c7d401a" /><Relationship Type="http://schemas.openxmlformats.org/officeDocument/2006/relationships/notesSlide" Target="/ppt/notesSlides/notesSlide11.xml" Id="R5289a5d4426742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47ce81ba8421d" /><Relationship Type="http://schemas.openxmlformats.org/officeDocument/2006/relationships/notesSlide" Target="/ppt/notesSlides/notesSlide12.xml" Id="Rb895805513ac4b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734de1c27493a" /><Relationship Type="http://schemas.openxmlformats.org/officeDocument/2006/relationships/notesSlide" Target="/ppt/notesSlides/notesSlide13.xml" Id="R7ca15ec0ca9746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5CF7BE1-17C1-4B7C-9A9A-60D2E7A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REACT NATIVE + EXPO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9D195F5-2254-4222-96E8-0B2C9C81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19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5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Camera App</a:t>
            </a:r>
          </a:p>
          <a:p xmlns:a="http://schemas.openxmlformats.org/drawingml/2006/main">
            <a:pPr algn="l">
              <a:defRPr sz="5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5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Settings ที่ควบคุมได้จริง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4124426-C04B-42A5-83C1-7318C2A5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Technical walkthrough พร้อมโค้ดจริง</a:t>
            </a:r>
          </a:p>
        </p:txBody>
      </p:sp>
      <p:sp>
        <p:nvSpPr>
          <p:cNvPr id="4" name="cover-range">
            <a:extLst xmlns:a="http://schemas.openxmlformats.org/drawingml/2006/main">
              <a:ext uri="{FF2B5EF4-FFF2-40B4-BE49-F238E27FC236}">
                <a16:creationId xmlns:a16="http://schemas.microsoft.com/office/drawing/2014/main" id="{3ED2D906-D79E-4F0C-89A9-3645C028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54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3–10</a:t>
            </a:r>
          </a:p>
        </p:txBody>
      </p:sp>
      <p:sp>
        <p:nvSpPr>
          <p:cNvPr id="5" name="cover-range-label">
            <a:extLst xmlns:a="http://schemas.openxmlformats.org/drawingml/2006/main">
              <a:ext uri="{FF2B5EF4-FFF2-40B4-BE49-F238E27FC236}">
                <a16:creationId xmlns:a16="http://schemas.microsoft.com/office/drawing/2014/main" id="{553EA3C3-E8A7-40F1-9041-0DEF23F8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วินาที</a:t>
            </a:r>
          </a:p>
        </p:txBody>
      </p:sp>
      <p:sp>
        <p:nvSpPr>
          <p:cNvPr id="6" name="cover-right-rule">
            <a:extLst xmlns:a="http://schemas.openxmlformats.org/drawingml/2006/main">
              <a:ext uri="{FF2B5EF4-FFF2-40B4-BE49-F238E27FC236}">
                <a16:creationId xmlns:a16="http://schemas.microsoft.com/office/drawing/2014/main" id="{747D25D6-8BBB-4BEF-9EA4-E2B3DB4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7" name="cover-levels">
            <a:extLst xmlns:a="http://schemas.openxmlformats.org/drawingml/2006/main">
              <a:ext uri="{FF2B5EF4-FFF2-40B4-BE49-F238E27FC236}">
                <a16:creationId xmlns:a16="http://schemas.microsoft.com/office/drawing/2014/main" id="{1225D18D-822F-45D1-ACE9-EADDF8E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LOW   MEDIUM   HIGH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BF023AE2-C641-4A26-95CF-5467B597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Settings • Camera • Voice Recorder</a:t>
            </a:r>
          </a:p>
        </p:txBody>
      </p:sp>
    </p:spTree>
    <p:extLst>
      <p:ext uri="{BB962C8B-B14F-4D97-AF65-F5344CB8AC3E}">
        <p14:creationId xmlns:p14="http://schemas.microsoft.com/office/powerpoint/2010/main" val="1210232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">
            <a:extLst xmlns:a="http://schemas.openxmlformats.org/drawingml/2006/main">
              <a:ext uri="{FF2B5EF4-FFF2-40B4-BE49-F238E27FC236}">
                <a16:creationId xmlns:a16="http://schemas.microsoft.com/office/drawing/2014/main" id="{36F3FC15-51E3-4699-A708-1C24874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ED065CA-5F64-457A-9E31-445891BF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Settings เชื่อมทั้ง Camera และ Voice Recorder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1DD5A14F-B2FB-40E8-B04E-063ED73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42B84A4C-8829-4731-BCB3-FA264C8A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49099205-3625-4F1C-A7F7-E5B6FE3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6" name="overview-no-01">
            <a:extLst xmlns:a="http://schemas.openxmlformats.org/drawingml/2006/main">
              <a:ext uri="{FF2B5EF4-FFF2-40B4-BE49-F238E27FC236}">
                <a16:creationId xmlns:a16="http://schemas.microsoft.com/office/drawing/2014/main" id="{3B5D17BF-8515-4545-81C9-95287279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7" name="overview-heading-01">
            <a:extLst xmlns:a="http://schemas.openxmlformats.org/drawingml/2006/main">
              <a:ext uri="{FF2B5EF4-FFF2-40B4-BE49-F238E27FC236}">
                <a16:creationId xmlns:a16="http://schemas.microsoft.com/office/drawing/2014/main" id="{D08ED59A-E6AA-4EAA-8171-62045EBD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Shake countdown</a:t>
            </a:r>
          </a:p>
        </p:txBody>
      </p:sp>
      <p:sp>
        <p:nvSpPr>
          <p:cNvPr id="8" name="overview-detail-01">
            <a:extLst xmlns:a="http://schemas.openxmlformats.org/drawingml/2006/main">
              <a:ext uri="{FF2B5EF4-FFF2-40B4-BE49-F238E27FC236}">
                <a16:creationId xmlns:a16="http://schemas.microsoft.com/office/drawing/2014/main" id="{32CAB7C8-9832-46F2-94E4-A8720A16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เลื่อนเลือก 3–10 วินาที</a:t>
            </a:r>
          </a:p>
        </p:txBody>
      </p:sp>
      <p:sp>
        <p:nvSpPr>
          <p:cNvPr id="9" name="overview-rule-01">
            <a:extLst xmlns:a="http://schemas.openxmlformats.org/drawingml/2006/main">
              <a:ext uri="{FF2B5EF4-FFF2-40B4-BE49-F238E27FC236}">
                <a16:creationId xmlns:a16="http://schemas.microsoft.com/office/drawing/2014/main" id="{38548445-E5EF-41DB-A5D0-9F4D51D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0" name="overview-no-02">
            <a:extLst xmlns:a="http://schemas.openxmlformats.org/drawingml/2006/main">
              <a:ext uri="{FF2B5EF4-FFF2-40B4-BE49-F238E27FC236}">
                <a16:creationId xmlns:a16="http://schemas.microsoft.com/office/drawing/2014/main" id="{7F80AF7C-CD04-431A-8F8A-FFDA2D6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1" name="overview-heading-02">
            <a:extLst xmlns:a="http://schemas.openxmlformats.org/drawingml/2006/main">
              <a:ext uri="{FF2B5EF4-FFF2-40B4-BE49-F238E27FC236}">
                <a16:creationId xmlns:a16="http://schemas.microsoft.com/office/drawing/2014/main" id="{3D4E2AF6-3986-4134-A876-7D4F1D5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Photo resolution</a:t>
            </a:r>
          </a:p>
        </p:txBody>
      </p:sp>
      <p:sp>
        <p:nvSpPr>
          <p:cNvPr id="12" name="overview-detail-02">
            <a:extLst xmlns:a="http://schemas.openxmlformats.org/drawingml/2006/main">
              <a:ext uri="{FF2B5EF4-FFF2-40B4-BE49-F238E27FC236}">
                <a16:creationId xmlns:a16="http://schemas.microsoft.com/office/drawing/2014/main" id="{888695F3-B1B0-4237-8E4A-5E2F4AD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90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เลื่อนเลือก Low / Medium / High</a:t>
            </a:r>
          </a:p>
        </p:txBody>
      </p:sp>
      <p:sp>
        <p:nvSpPr>
          <p:cNvPr id="13" name="overview-rule-02">
            <a:extLst xmlns:a="http://schemas.openxmlformats.org/drawingml/2006/main">
              <a:ext uri="{FF2B5EF4-FFF2-40B4-BE49-F238E27FC236}">
                <a16:creationId xmlns:a16="http://schemas.microsoft.com/office/drawing/2014/main" id="{E4293FA2-0AF4-4A43-8A7F-646EFBC6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4" name="overview-no-03">
            <a:extLst xmlns:a="http://schemas.openxmlformats.org/drawingml/2006/main">
              <a:ext uri="{FF2B5EF4-FFF2-40B4-BE49-F238E27FC236}">
                <a16:creationId xmlns:a16="http://schemas.microsoft.com/office/drawing/2014/main" id="{179F2C9D-8241-4DB9-915C-399F2D2B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5" name="overview-heading-03">
            <a:extLst xmlns:a="http://schemas.openxmlformats.org/drawingml/2006/main">
              <a:ext uri="{FF2B5EF4-FFF2-40B4-BE49-F238E27FC236}">
                <a16:creationId xmlns:a16="http://schemas.microsoft.com/office/drawing/2014/main" id="{774B19A3-C4AD-4A98-BD5C-B3747283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Audio quality</a:t>
            </a:r>
          </a:p>
        </p:txBody>
      </p:sp>
      <p:sp>
        <p:nvSpPr>
          <p:cNvPr id="16" name="overview-detail-03">
            <a:extLst xmlns:a="http://schemas.openxmlformats.org/drawingml/2006/main">
              <a:ext uri="{FF2B5EF4-FFF2-40B4-BE49-F238E27FC236}">
                <a16:creationId xmlns:a16="http://schemas.microsoft.com/office/drawing/2014/main" id="{BF8FDA93-7585-401E-A448-540E1E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เลื่อนเลือก Low / Medium / High</a:t>
            </a:r>
          </a:p>
        </p:txBody>
      </p:sp>
      <p:sp>
        <p:nvSpPr>
          <p:cNvPr id="17" name="overview-rule-03">
            <a:extLst xmlns:a="http://schemas.openxmlformats.org/drawingml/2006/main">
              <a:ext uri="{FF2B5EF4-FFF2-40B4-BE49-F238E27FC236}">
                <a16:creationId xmlns:a16="http://schemas.microsoft.com/office/drawing/2014/main" id="{9FEDC424-7356-4729-9C25-AA8E2669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8" name="files-panel">
            <a:extLst xmlns:a="http://schemas.openxmlformats.org/drawingml/2006/main">
              <a:ext uri="{FF2B5EF4-FFF2-40B4-BE49-F238E27FC236}">
                <a16:creationId xmlns:a16="http://schemas.microsoft.com/office/drawing/2014/main" id="{A97C207B-5E53-4ED5-BE60-7CDFEC82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52006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les-title">
            <a:extLst xmlns:a="http://schemas.openxmlformats.org/drawingml/2006/main">
              <a:ext uri="{FF2B5EF4-FFF2-40B4-BE49-F238E27FC236}">
                <a16:creationId xmlns:a16="http://schemas.microsoft.com/office/drawing/2014/main" id="{0FBC4696-6E07-4DC8-964C-8CBFB66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ไฟล์หลักที่เปลี่ยน</a:t>
            </a:r>
          </a:p>
        </p:txBody>
      </p:sp>
      <p:sp>
        <p:nvSpPr>
          <p:cNvPr id="20" name="files-list">
            <a:extLst xmlns:a="http://schemas.openxmlformats.org/drawingml/2006/main">
              <a:ext uri="{FF2B5EF4-FFF2-40B4-BE49-F238E27FC236}">
                <a16:creationId xmlns:a16="http://schemas.microsoft.com/office/drawing/2014/main" id="{BDF56F52-E1AE-4E76-94A6-CA9C21BA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4577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rPr>
              <a:t>contexts/settings-context.tsx</a:t>
            </a:r>
          </a:p>
          <a:p xmlns:a="http://schemas.openxmlformats.org/drawingml/2006/main">
            <a:pPr algn="l">
              <a:def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rPr>
              <a:t>components/settings-button.tsx</a:t>
            </a:r>
          </a:p>
          <a:p xmlns:a="http://schemas.openxmlformats.org/drawingml/2006/main">
            <a:pPr algn="l">
              <a:def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rPr>
              <a:t>app/modal.tsx</a:t>
            </a:r>
          </a:p>
          <a:p xmlns:a="http://schemas.openxmlformats.org/drawingml/2006/main">
            <a:pPr algn="l">
              <a:def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rPr>
              <a:t>app/(tabs)/index.tsx</a:t>
            </a:r>
          </a:p>
          <a:p xmlns:a="http://schemas.openxmlformats.org/drawingml/2006/main">
            <a:pPr algn="l">
              <a:def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rPr>
              <a:t>app/(tabs)/voice_record.tsx</a:t>
            </a:r>
          </a:p>
          <a:p xmlns:a="http://schemas.openxmlformats.org/drawingml/2006/main">
            <a:pPr algn="l">
              <a:def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0B0D"/>
                </a:solidFill>
                <a:latin typeface="DejaVu Sans Mono"/>
                <a:ea typeface="DejaVu Sans Mono"/>
                <a:cs typeface="DejaVu Sans Mono"/>
              </a:rPr>
              <a:t>app/_layout.tsx</a:t>
            </a:r>
          </a:p>
        </p:txBody>
      </p:sp>
      <p:sp>
        <p:nvSpPr>
          <p:cNvPr id="21" name="files-summary">
            <a:extLst xmlns:a="http://schemas.openxmlformats.org/drawingml/2006/main">
              <a:ext uri="{FF2B5EF4-FFF2-40B4-BE49-F238E27FC236}">
                <a16:creationId xmlns:a16="http://schemas.microsoft.com/office/drawing/2014/main" id="{5CC1D5DA-EE18-4673-9D4B-8DCEF0B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01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หนึ่ง Context • หนึ่ง modal • สอง consumer</a:t>
            </a:r>
          </a:p>
        </p:txBody>
      </p:sp>
    </p:spTree>
    <p:extLst>
      <p:ext uri="{BB962C8B-B14F-4D97-AF65-F5344CB8AC3E}">
        <p14:creationId xmlns:p14="http://schemas.microsoft.com/office/powerpoint/2010/main" val="1481486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76B10121-E2B8-4346-9848-EBE3005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SHARED STATE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01C0E2C-75C3-495F-96ED-A018F7E6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Schema เดียว ทำให้ทั้งแอปใช้ค่าชุดเดียว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A14D736F-13D6-47BC-BFED-51C8274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394333A1-A185-4AD9-8377-2EC45EC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E0F3823A-F236-45AD-9000-186EE510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6" name="source-3-58-184">
            <a:extLst xmlns:a="http://schemas.openxmlformats.org/drawingml/2006/main">
              <a:ext uri="{FF2B5EF4-FFF2-40B4-BE49-F238E27FC236}">
                <a16:creationId xmlns:a16="http://schemas.microsoft.com/office/drawing/2014/main" id="{F02E2285-D178-4C3D-9176-3212A57D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contexts/settings-context.tsx</a:t>
            </a:r>
          </a:p>
        </p:txBody>
      </p:sp>
      <p:sp>
        <p:nvSpPr>
          <p:cNvPr id="7" name="code-accent-3-58-184">
            <a:extLst xmlns:a="http://schemas.openxmlformats.org/drawingml/2006/main">
              <a:ext uri="{FF2B5EF4-FFF2-40B4-BE49-F238E27FC236}">
                <a16:creationId xmlns:a16="http://schemas.microsoft.com/office/drawing/2014/main" id="{89B39E0F-FFC1-46FA-A1FC-8BA222F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3-58-184">
            <a:extLst xmlns:a="http://schemas.openxmlformats.org/drawingml/2006/main">
              <a:ext uri="{FF2B5EF4-FFF2-40B4-BE49-F238E27FC236}">
                <a16:creationId xmlns:a16="http://schemas.microsoft.com/office/drawing/2014/main" id="{F2345554-5E67-4A7B-9246-F7EEF82D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export type PhotoResolution = "low" | "medium" | "high";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export type AudioQuality = "low" | "medium" | "high";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export type AppSettings = 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countdownSeconds: number;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photoResolution: PhotoResolution;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audioQuality: AudioQuality;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DEFAULT_SETTINGS: AppSettings = 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countdownSeconds: 3,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photoResolution: "high",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audioQuality: "high",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9" name="metric-3">
            <a:extLst xmlns:a="http://schemas.openxmlformats.org/drawingml/2006/main">
              <a:ext uri="{FF2B5EF4-FFF2-40B4-BE49-F238E27FC236}">
                <a16:creationId xmlns:a16="http://schemas.microsoft.com/office/drawing/2014/main" id="{CEE6A4A4-3594-4A90-86F4-E3AFAD7F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3 ค่า</a:t>
            </a:r>
          </a:p>
        </p:txBody>
      </p:sp>
      <p:sp>
        <p:nvSpPr>
          <p:cNvPr id="10" name="metric-rule-3">
            <a:extLst xmlns:a="http://schemas.openxmlformats.org/drawingml/2006/main">
              <a:ext uri="{FF2B5EF4-FFF2-40B4-BE49-F238E27FC236}">
                <a16:creationId xmlns:a16="http://schemas.microsoft.com/office/drawing/2014/main" id="{8068CD1E-4C30-4E9B-82FE-C5CCD58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24769A6E-6031-461D-9302-24E96889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ค่ากลางที่ตรวจสอบได้</a:t>
            </a:r>
          </a:p>
        </p:txBody>
      </p:sp>
      <p:sp>
        <p:nvSpPr>
          <p:cNvPr id="12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5E773EE6-4ACB-4F56-91AB-EDFC2115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Type ช่วยกันค่าที่ผิดตั้งแต่ตอนเขียนโค้ด ส่วน default ทำให้ Camera และ Voice Recorder เริ่มด้วยพฤติกรรมเดียวกัน</a:t>
            </a:r>
          </a:p>
        </p:txBody>
      </p:sp>
      <p:sp>
        <p:nvSpPr>
          <p:cNvPr id="13" name="provider-code">
            <a:extLst xmlns:a="http://schemas.openxmlformats.org/drawingml/2006/main">
              <a:ext uri="{FF2B5EF4-FFF2-40B4-BE49-F238E27FC236}">
                <a16:creationId xmlns:a16="http://schemas.microsoft.com/office/drawing/2014/main" id="{CE0CEFD0-2A7F-46D6-A9BE-8A8896AC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7A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7A7AD"/>
                </a:solidFill>
                <a:latin typeface="DejaVu Sans Mono"/>
                <a:ea typeface="DejaVu Sans Mono"/>
                <a:cs typeface="DejaVu Sans Mono"/>
              </a:rPr>
              <a:t>&lt;SettingsProvider&gt;  &lt;Stack /&gt;  &lt;/SettingsProvider&gt;</a:t>
            </a:r>
          </a:p>
        </p:txBody>
      </p:sp>
    </p:spTree>
    <p:extLst>
      <p:ext uri="{BB962C8B-B14F-4D97-AF65-F5344CB8AC3E}">
        <p14:creationId xmlns:p14="http://schemas.microsoft.com/office/powerpoint/2010/main" val="1817061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4">
            <a:extLst xmlns:a="http://schemas.openxmlformats.org/drawingml/2006/main">
              <a:ext uri="{FF2B5EF4-FFF2-40B4-BE49-F238E27FC236}">
                <a16:creationId xmlns:a16="http://schemas.microsoft.com/office/drawing/2014/main" id="{B9753E0A-3550-4EEF-A5B9-EBFB29E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SETTINGS UI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FB99E19-E349-4CEC-8E85-35F638F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Slider เดียว รองรับค่าหลายรูปแบบ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BA0C7D10-F80D-4BB6-BED7-8D5AB05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4AFF4AED-AE77-4A3A-BEAF-93A8A35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EBB8D410-3334-45CC-ACB9-0B0B629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6" name="source-4-58-184">
            <a:extLst xmlns:a="http://schemas.openxmlformats.org/drawingml/2006/main">
              <a:ext uri="{FF2B5EF4-FFF2-40B4-BE49-F238E27FC236}">
                <a16:creationId xmlns:a16="http://schemas.microsoft.com/office/drawing/2014/main" id="{A7C0B1D9-7CF3-4017-B7D0-3DB63305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app/modal.tsx • SettingSlider</a:t>
            </a:r>
          </a:p>
        </p:txBody>
      </p:sp>
      <p:sp>
        <p:nvSpPr>
          <p:cNvPr id="7" name="code-accent-4-58-184">
            <a:extLst xmlns:a="http://schemas.openxmlformats.org/drawingml/2006/main">
              <a:ext uri="{FF2B5EF4-FFF2-40B4-BE49-F238E27FC236}">
                <a16:creationId xmlns:a16="http://schemas.microsoft.com/office/drawing/2014/main" id="{4ECD52C6-E12C-49AC-8A7D-FA5473C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4-58-184">
            <a:extLst xmlns:a="http://schemas.openxmlformats.org/drawingml/2006/main">
              <a:ext uri="{FF2B5EF4-FFF2-40B4-BE49-F238E27FC236}">
                <a16:creationId xmlns:a16="http://schemas.microsoft.com/office/drawing/2014/main" id="{26BFE844-0DA2-4E78-9165-808DA2F9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&lt;Slider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accessibilityLabel={accessibilityLabel}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accessibilityValue={{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max: maximumValue,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min: minimumValue,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now: value,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text: valueLabel,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}}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maximumValue={maximumValue}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minimumValue={minimumValue}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onValueChange={onValueChange}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step={1}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value={value}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/&gt;</a:t>
            </a:r>
          </a:p>
        </p:txBody>
      </p:sp>
      <p:sp>
        <p:nvSpPr>
          <p:cNvPr id="9" name="metric-4">
            <a:extLst xmlns:a="http://schemas.openxmlformats.org/drawingml/2006/main">
              <a:ext uri="{FF2B5EF4-FFF2-40B4-BE49-F238E27FC236}">
                <a16:creationId xmlns:a16="http://schemas.microsoft.com/office/drawing/2014/main" id="{828F83DB-890A-415A-84C5-BF28736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step 1</a:t>
            </a:r>
          </a:p>
        </p:txBody>
      </p:sp>
      <p:sp>
        <p:nvSpPr>
          <p:cNvPr id="10" name="metric-rule-4">
            <a:extLst xmlns:a="http://schemas.openxmlformats.org/drawingml/2006/main">
              <a:ext uri="{FF2B5EF4-FFF2-40B4-BE49-F238E27FC236}">
                <a16:creationId xmlns:a16="http://schemas.microsoft.com/office/drawing/2014/main" id="{4CCF3B5E-3C1A-45B8-B027-BB56FCF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4">
            <a:extLst xmlns:a="http://schemas.openxmlformats.org/drawingml/2006/main">
              <a:ext uri="{FF2B5EF4-FFF2-40B4-BE49-F238E27FC236}">
                <a16:creationId xmlns:a16="http://schemas.microsoft.com/office/drawing/2014/main" id="{83D13DA6-B7DF-4E52-9F90-9CAC7D0D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Discrete ไม่ใช่ค่าลอย</a:t>
            </a:r>
          </a:p>
        </p:txBody>
      </p:sp>
      <p:sp>
        <p:nvSpPr>
          <p:cNvPr id="12" name="takeaway-body-4">
            <a:extLst xmlns:a="http://schemas.openxmlformats.org/drawingml/2006/main">
              <a:ext uri="{FF2B5EF4-FFF2-40B4-BE49-F238E27FC236}">
                <a16:creationId xmlns:a16="http://schemas.microsoft.com/office/drawing/2014/main" id="{FF90F1F3-5662-47A3-A56A-FAB21DE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กำหนด step = 1 ทำให้ลากแล้วหยุดที่ค่าที่รองรับ พร้อม accessibilityValue สำหรับ screen reader</a:t>
            </a:r>
          </a:p>
        </p:txBody>
      </p:sp>
    </p:spTree>
    <p:extLst>
      <p:ext uri="{BB962C8B-B14F-4D97-AF65-F5344CB8AC3E}">
        <p14:creationId xmlns:p14="http://schemas.microsoft.com/office/powerpoint/2010/main" val="1145729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5">
            <a:extLst xmlns:a="http://schemas.openxmlformats.org/drawingml/2006/main">
              <a:ext uri="{FF2B5EF4-FFF2-40B4-BE49-F238E27FC236}">
                <a16:creationId xmlns:a16="http://schemas.microsoft.com/office/drawing/2014/main" id="{2BC399DA-EB32-4A08-A680-9BF793CD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VALUE MAPPING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07555E3-C59E-4E2F-B1E6-25CEF69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ตำแหน่ง Slider ถูกแปลงเป็นค่าที่ใช้งานได้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B88633CC-5644-4381-96EF-1C3ACC55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4FA78496-E73A-456D-A433-80C5E190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E83C5D4-A155-4737-910A-EAAC02A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6" name="source-5-58-184">
            <a:extLst xmlns:a="http://schemas.openxmlformats.org/drawingml/2006/main">
              <a:ext uri="{FF2B5EF4-FFF2-40B4-BE49-F238E27FC236}">
                <a16:creationId xmlns:a16="http://schemas.microsoft.com/office/drawing/2014/main" id="{4E2DFAF2-8ABE-416D-B992-136D9EC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app/modal.tsx • slider consumers</a:t>
            </a:r>
          </a:p>
        </p:txBody>
      </p:sp>
      <p:sp>
        <p:nvSpPr>
          <p:cNvPr id="7" name="code-accent-5-58-184">
            <a:extLst xmlns:a="http://schemas.openxmlformats.org/drawingml/2006/main">
              <a:ext uri="{FF2B5EF4-FFF2-40B4-BE49-F238E27FC236}">
                <a16:creationId xmlns:a16="http://schemas.microsoft.com/office/drawing/2014/main" id="{FA6EC40D-D036-41F6-B0D4-4CAC0F36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5-58-184">
            <a:extLst xmlns:a="http://schemas.openxmlformats.org/drawingml/2006/main">
              <a:ext uri="{FF2B5EF4-FFF2-40B4-BE49-F238E27FC236}">
                <a16:creationId xmlns:a16="http://schemas.microsoft.com/office/drawing/2014/main" id="{BEF747EC-E32C-403F-9765-35FD68D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PHOTO_LEVELS = ["low", "medium", "high"];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AUDIO_LEVELS = ["low", "medium", "high"];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onValueChange={(value) =&gt; 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const resolution = PHOTO_LEVELS[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Math.round(value)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];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if (resolution) 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updateSettings({ photoResolution: resolution });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updateSettings({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countdownSeconds: Math.round(value),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</p:txBody>
      </p:sp>
      <p:sp>
        <p:nvSpPr>
          <p:cNvPr id="9" name="metric-5">
            <a:extLst xmlns:a="http://schemas.openxmlformats.org/drawingml/2006/main">
              <a:ext uri="{FF2B5EF4-FFF2-40B4-BE49-F238E27FC236}">
                <a16:creationId xmlns:a16="http://schemas.microsoft.com/office/drawing/2014/main" id="{13BCC66C-A427-4EC0-B17F-887B070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0–2</a:t>
            </a:r>
          </a:p>
        </p:txBody>
      </p:sp>
      <p:sp>
        <p:nvSpPr>
          <p:cNvPr id="10" name="metric-rule-5">
            <a:extLst xmlns:a="http://schemas.openxmlformats.org/drawingml/2006/main">
              <a:ext uri="{FF2B5EF4-FFF2-40B4-BE49-F238E27FC236}">
                <a16:creationId xmlns:a16="http://schemas.microsoft.com/office/drawing/2014/main" id="{DE7CE832-2923-4117-B268-B81122C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5">
            <a:extLst xmlns:a="http://schemas.openxmlformats.org/drawingml/2006/main">
              <a:ext uri="{FF2B5EF4-FFF2-40B4-BE49-F238E27FC236}">
                <a16:creationId xmlns:a16="http://schemas.microsoft.com/office/drawing/2014/main" id="{AAFCB73E-E8B9-48A5-BACF-061988A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UI ส่งค่าแบบ number</a:t>
            </a:r>
          </a:p>
        </p:txBody>
      </p:sp>
      <p:sp>
        <p:nvSpPr>
          <p:cNvPr id="12" name="takeaway-body-5">
            <a:extLst xmlns:a="http://schemas.openxmlformats.org/drawingml/2006/main">
              <a:ext uri="{FF2B5EF4-FFF2-40B4-BE49-F238E27FC236}">
                <a16:creationId xmlns:a16="http://schemas.microsoft.com/office/drawing/2014/main" id="{91105130-D007-4871-8F9B-B46748EF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Countdown เก็บเป็นวินาที 3–10 ส่วนความละเอียดและเสียงใช้ index 0–2 เพื่อ map เป็น Low / Medium / High</a:t>
            </a:r>
          </a:p>
        </p:txBody>
      </p:sp>
    </p:spTree>
    <p:extLst>
      <p:ext uri="{BB962C8B-B14F-4D97-AF65-F5344CB8AC3E}">
        <p14:creationId xmlns:p14="http://schemas.microsoft.com/office/powerpoint/2010/main" val="86000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6">
            <a:extLst xmlns:a="http://schemas.openxmlformats.org/drawingml/2006/main">
              <a:ext uri="{FF2B5EF4-FFF2-40B4-BE49-F238E27FC236}">
                <a16:creationId xmlns:a16="http://schemas.microsoft.com/office/drawing/2014/main" id="{F5BF993E-3AC2-4A0D-9A48-DA0EC50A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PERSISTENCE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3A75819-EF0F-4A92-A5C1-ABD4494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เลื่อนแล้วบันทึกค่าทันที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820902C1-1BE9-4BD9-9304-A5C04AE6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A9F27270-24AF-408A-A477-022AC492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A3CE4D30-DF4D-4C39-8F17-F240E2F4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6" name="source-6-58-184">
            <a:extLst xmlns:a="http://schemas.openxmlformats.org/drawingml/2006/main">
              <a:ext uri="{FF2B5EF4-FFF2-40B4-BE49-F238E27FC236}">
                <a16:creationId xmlns:a16="http://schemas.microsoft.com/office/drawing/2014/main" id="{2D202F53-6D1E-48EA-9167-D09E559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contexts/settings-context.tsx • updateSettings excerpt</a:t>
            </a:r>
          </a:p>
        </p:txBody>
      </p:sp>
      <p:sp>
        <p:nvSpPr>
          <p:cNvPr id="7" name="code-accent-6-58-184">
            <a:extLst xmlns:a="http://schemas.openxmlformats.org/drawingml/2006/main">
              <a:ext uri="{FF2B5EF4-FFF2-40B4-BE49-F238E27FC236}">
                <a16:creationId xmlns:a16="http://schemas.microsoft.com/office/drawing/2014/main" id="{8A7779FB-1C5D-4C03-8230-07B0BE43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6-58-184">
            <a:extLst xmlns:a="http://schemas.openxmlformats.org/drawingml/2006/main">
              <a:ext uri="{FF2B5EF4-FFF2-40B4-BE49-F238E27FC236}">
                <a16:creationId xmlns:a16="http://schemas.microsoft.com/office/drawing/2014/main" id="{C6D27003-0AB9-470A-A13B-4F0DE5F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nextSettings = getStoredSettings({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...settingsRef.current,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...updates,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changedBeforeLoadRef.current = true;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settingsRef.current = nextSettings;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setSettings(nextSettings);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void AsyncStorage.setItem(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STORAGE_KEY,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JSON.stringify(nextSettings)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).catch((error) =&gt; {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console.warn("Unable to save settings:", error);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</p:txBody>
      </p:sp>
      <p:sp>
        <p:nvSpPr>
          <p:cNvPr id="9" name="metric-6">
            <a:extLst xmlns:a="http://schemas.openxmlformats.org/drawingml/2006/main">
              <a:ext uri="{FF2B5EF4-FFF2-40B4-BE49-F238E27FC236}">
                <a16:creationId xmlns:a16="http://schemas.microsoft.com/office/drawing/2014/main" id="{F4B6A388-7AB0-411B-8F45-13B0AE03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1 key</a:t>
            </a:r>
          </a:p>
        </p:txBody>
      </p:sp>
      <p:sp>
        <p:nvSpPr>
          <p:cNvPr id="10" name="metric-rule-6">
            <a:extLst xmlns:a="http://schemas.openxmlformats.org/drawingml/2006/main">
              <a:ext uri="{FF2B5EF4-FFF2-40B4-BE49-F238E27FC236}">
                <a16:creationId xmlns:a16="http://schemas.microsoft.com/office/drawing/2014/main" id="{980D9843-BA4F-48E1-AAA7-0299D72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6">
            <a:extLst xmlns:a="http://schemas.openxmlformats.org/drawingml/2006/main">
              <a:ext uri="{FF2B5EF4-FFF2-40B4-BE49-F238E27FC236}">
                <a16:creationId xmlns:a16="http://schemas.microsoft.com/office/drawing/2014/main" id="{F20E3332-0810-4CD4-9ED6-0ADE1123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State เปลี่ยนก่อน Storage</a:t>
            </a:r>
          </a:p>
        </p:txBody>
      </p:sp>
      <p:sp>
        <p:nvSpPr>
          <p:cNvPr id="12" name="takeaway-body-6">
            <a:extLst xmlns:a="http://schemas.openxmlformats.org/drawingml/2006/main">
              <a:ext uri="{FF2B5EF4-FFF2-40B4-BE49-F238E27FC236}">
                <a16:creationId xmlns:a16="http://schemas.microsoft.com/office/drawing/2014/main" id="{4FC45675-DED4-40D6-B859-906D7D61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หน้าจอตอบสนองทันที แล้วจึงเขียน AsyncStorage แบบ asynchronous ค่าที่อ่านกลับมาจะถูก validate ก่อนใช้งาน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62307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448C1B68-1CC4-4605-9787-617D9E2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CAMERA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23C64D1-830F-4E43-B1FC-0C34A7D3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Countdown อ่านค่าที่ผู้ใช้เลือกจริง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4672B7CE-121E-46D2-889F-E7D2E999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26F37D7A-0121-4907-88A1-378B5CA4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11A3AC8-4618-4EEB-A95D-BB850DA1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6" name="source-7-58-184">
            <a:extLst xmlns:a="http://schemas.openxmlformats.org/drawingml/2006/main">
              <a:ext uri="{FF2B5EF4-FFF2-40B4-BE49-F238E27FC236}">
                <a16:creationId xmlns:a16="http://schemas.microsoft.com/office/drawing/2014/main" id="{A4599FD5-DE27-4FC6-A6FD-A97D5D6D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app/(tabs)/index.tsx • startShakeCountdown excerpt</a:t>
            </a:r>
          </a:p>
        </p:txBody>
      </p:sp>
      <p:sp>
        <p:nvSpPr>
          <p:cNvPr id="7" name="code-accent-7-58-184">
            <a:extLst xmlns:a="http://schemas.openxmlformats.org/drawingml/2006/main">
              <a:ext uri="{FF2B5EF4-FFF2-40B4-BE49-F238E27FC236}">
                <a16:creationId xmlns:a16="http://schemas.microsoft.com/office/drawing/2014/main" id="{851B788A-DF02-4922-9A10-A8947D4D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7-58-184">
            <a:extLst xmlns:a="http://schemas.openxmlformats.org/drawingml/2006/main">
              <a:ext uri="{FF2B5EF4-FFF2-40B4-BE49-F238E27FC236}">
                <a16:creationId xmlns:a16="http://schemas.microsoft.com/office/drawing/2014/main" id="{A34419D0-1787-47B9-A582-76E236D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let current = settings.countdownSeconds;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setCountdown(current);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countdownTimerRef.current = setInterval(() =&gt; {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current -=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if (current &gt; 0) {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setCountdown(current);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return;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setCountdown(null);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void takePhoto();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}, 1000);</a:t>
            </a:r>
          </a:p>
        </p:txBody>
      </p:sp>
      <p:sp>
        <p:nvSpPr>
          <p:cNvPr id="9" name="metric-7">
            <a:extLst xmlns:a="http://schemas.openxmlformats.org/drawingml/2006/main">
              <a:ext uri="{FF2B5EF4-FFF2-40B4-BE49-F238E27FC236}">
                <a16:creationId xmlns:a16="http://schemas.microsoft.com/office/drawing/2014/main" id="{CA17C140-D158-45A8-A60F-034E9FD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3–10</a:t>
            </a:r>
          </a:p>
        </p:txBody>
      </p:sp>
      <p:sp>
        <p:nvSpPr>
          <p:cNvPr id="10" name="metric-rule-7">
            <a:extLst xmlns:a="http://schemas.openxmlformats.org/drawingml/2006/main">
              <a:ext uri="{FF2B5EF4-FFF2-40B4-BE49-F238E27FC236}">
                <a16:creationId xmlns:a16="http://schemas.microsoft.com/office/drawing/2014/main" id="{C7E43078-5A44-4291-95EB-195059C7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7">
            <a:extLst xmlns:a="http://schemas.openxmlformats.org/drawingml/2006/main">
              <a:ext uri="{FF2B5EF4-FFF2-40B4-BE49-F238E27FC236}">
                <a16:creationId xmlns:a16="http://schemas.microsoft.com/office/drawing/2014/main" id="{B97A11F2-2261-4373-BD13-12CBF492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ไม่ hard-code 3 วินาที</a:t>
            </a:r>
          </a:p>
        </p:txBody>
      </p:sp>
      <p:sp>
        <p:nvSpPr>
          <p:cNvPr id="12" name="takeaway-body-7">
            <a:extLst xmlns:a="http://schemas.openxmlformats.org/drawingml/2006/main">
              <a:ext uri="{FF2B5EF4-FFF2-40B4-BE49-F238E27FC236}">
                <a16:creationId xmlns:a16="http://schemas.microsoft.com/office/drawing/2014/main" id="{EEC2F2A5-F3D5-430A-B1B9-5F7E68C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ทุกครั้งที่เริ่ม countdown ฟังก์ชันจะอ่าน settings.countdownSeconds ล่าสุด แล้วอัปเดตตัวเลขบนหน้ากล้องจนถึงเวลาถ่าย</a:t>
            </a:r>
          </a:p>
        </p:txBody>
      </p:sp>
    </p:spTree>
    <p:extLst>
      <p:ext uri="{BB962C8B-B14F-4D97-AF65-F5344CB8AC3E}">
        <p14:creationId xmlns:p14="http://schemas.microsoft.com/office/powerpoint/2010/main" val="361726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8">
            <a:extLst xmlns:a="http://schemas.openxmlformats.org/drawingml/2006/main">
              <a:ext uri="{FF2B5EF4-FFF2-40B4-BE49-F238E27FC236}">
                <a16:creationId xmlns:a16="http://schemas.microsoft.com/office/drawing/2014/main" id="{A02E550E-D81E-42F2-976A-B31C6D0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CAMERA SAFETY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3E003A5-4DBD-4DF2-8856-D5074297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Sensor guards ป้องกันการถ่ายซ้ำ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8AF5E758-1D61-41FA-9E90-C5C3F50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E715B5B6-9AF3-4ECE-AD4D-17DDD1C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994078-8BC0-4E3E-8C7A-A5F64471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6" name="source-8-58-184">
            <a:extLst xmlns:a="http://schemas.openxmlformats.org/drawingml/2006/main">
              <a:ext uri="{FF2B5EF4-FFF2-40B4-BE49-F238E27FC236}">
                <a16:creationId xmlns:a16="http://schemas.microsoft.com/office/drawing/2014/main" id="{04AA0CA1-0BEB-49E0-B2D6-04F5623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app/(tabs)/index.tsx • Accelerometer effect excerpt</a:t>
            </a:r>
          </a:p>
        </p:txBody>
      </p:sp>
      <p:sp>
        <p:nvSpPr>
          <p:cNvPr id="7" name="code-accent-8-58-184">
            <a:extLst xmlns:a="http://schemas.openxmlformats.org/drawingml/2006/main">
              <a:ext uri="{FF2B5EF4-FFF2-40B4-BE49-F238E27FC236}">
                <a16:creationId xmlns:a16="http://schemas.microsoft.com/office/drawing/2014/main" id="{C6F81366-72CE-4963-9E7C-F310951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8-58-184">
            <a:extLst xmlns:a="http://schemas.openxmlformats.org/drawingml/2006/main">
              <a:ext uri="{FF2B5EF4-FFF2-40B4-BE49-F238E27FC236}">
                <a16:creationId xmlns:a16="http://schemas.microsoft.com/office/drawing/2014/main" id="{2F06135A-9368-4F5D-A008-54297728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if (!cameraPermission?.granted ||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!isCameraReady ||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!isFocused ||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!isHydrated ||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appState !== "active") {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return;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Accelerometer.setUpdateInterval(100);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if (force &gt; 2.2 &amp;&amp;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now - lastShakeTime &gt; 1000) {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lastShakeTime = now;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startShakeCountdown();</a:t>
            </a:r>
          </a:p>
          <a:p xmlns:a="http://schemas.openxmlformats.org/drawingml/2006/main">
            <a:pPr algn="l">
              <a:def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9" name="metric-8">
            <a:extLst xmlns:a="http://schemas.openxmlformats.org/drawingml/2006/main">
              <a:ext uri="{FF2B5EF4-FFF2-40B4-BE49-F238E27FC236}">
                <a16:creationId xmlns:a16="http://schemas.microsoft.com/office/drawing/2014/main" id="{14456521-7F85-4A4D-907C-F53F7E18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&gt; 2.2</a:t>
            </a:r>
          </a:p>
        </p:txBody>
      </p:sp>
      <p:sp>
        <p:nvSpPr>
          <p:cNvPr id="10" name="metric-rule-8">
            <a:extLst xmlns:a="http://schemas.openxmlformats.org/drawingml/2006/main">
              <a:ext uri="{FF2B5EF4-FFF2-40B4-BE49-F238E27FC236}">
                <a16:creationId xmlns:a16="http://schemas.microsoft.com/office/drawing/2014/main" id="{559007A3-CEE0-4098-84F2-171EFBBF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8">
            <a:extLst xmlns:a="http://schemas.openxmlformats.org/drawingml/2006/main">
              <a:ext uri="{FF2B5EF4-FFF2-40B4-BE49-F238E27FC236}">
                <a16:creationId xmlns:a16="http://schemas.microsoft.com/office/drawing/2014/main" id="{88E06BFB-D7E9-4108-8187-5BA4AD85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เปิด sensor เมื่อพร้อมเท่านั้น</a:t>
            </a:r>
          </a:p>
        </p:txBody>
      </p:sp>
      <p:sp>
        <p:nvSpPr>
          <p:cNvPr id="12" name="takeaway-body-8">
            <a:extLst xmlns:a="http://schemas.openxmlformats.org/drawingml/2006/main">
              <a:ext uri="{FF2B5EF4-FFF2-40B4-BE49-F238E27FC236}">
                <a16:creationId xmlns:a16="http://schemas.microsoft.com/office/drawing/2014/main" id="{AE8E1F2E-3782-459D-AE35-7DBD402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ต้องมี permission, กล้อง ready, หน้า focused, settings โหลดแล้ว และแอป active พร้อม debounce 1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197729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9">
            <a:extLst xmlns:a="http://schemas.openxmlformats.org/drawingml/2006/main">
              <a:ext uri="{FF2B5EF4-FFF2-40B4-BE49-F238E27FC236}">
                <a16:creationId xmlns:a16="http://schemas.microsoft.com/office/drawing/2014/main" id="{7BB2CE8F-A2C3-41D7-9163-6F4DE73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PHOTO RESOLUTION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0415684-E321-4747-B67C-3A5E3C24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Resolution ปรับตามความสามารถของอุปกรณ์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290685E0-00E4-4780-B9E2-439579F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382C0FA4-3AB3-489C-9BC5-FBD78279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49CF476A-A072-4FBF-AFEC-1B36591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6" name="source-9-58-176">
            <a:extLst xmlns:a="http://schemas.openxmlformats.org/drawingml/2006/main">
              <a:ext uri="{FF2B5EF4-FFF2-40B4-BE49-F238E27FC236}">
                <a16:creationId xmlns:a16="http://schemas.microsoft.com/office/drawing/2014/main" id="{62CF55C4-7A6C-4875-9C5A-7FD1678D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app/(tabs)/index.tsx • selectPictureSize excerpt</a:t>
            </a:r>
          </a:p>
        </p:txBody>
      </p:sp>
      <p:sp>
        <p:nvSpPr>
          <p:cNvPr id="7" name="code-accent-9-58-176">
            <a:extLst xmlns:a="http://schemas.openxmlformats.org/drawingml/2006/main">
              <a:ext uri="{FF2B5EF4-FFF2-40B4-BE49-F238E27FC236}">
                <a16:creationId xmlns:a16="http://schemas.microsoft.com/office/drawing/2014/main" id="{82AD8DFB-E08C-4291-8700-CF185FAF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9-58-176">
            <a:extLst xmlns:a="http://schemas.openxmlformats.org/drawingml/2006/main">
              <a:ext uri="{FF2B5EF4-FFF2-40B4-BE49-F238E27FC236}">
                <a16:creationId xmlns:a16="http://schemas.microsoft.com/office/drawing/2014/main" id="{AEF8C775-BF02-4C93-AB5D-589DE00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774382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fourByThreeSizes = numericSizes.filter(size =&gt;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Math.abs(size.ratio - 4 / 3) &lt; 0.03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candidates = fourByThreeSizes.length &gt;= 3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? fourByThreeSizes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: numericSizes;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candidates.sort((a, b) =&gt; a.pixels - b.pixels);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index = resolution === "low" ? 0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: resolution === "medium"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? Math.floor((candidates.length - 1) / 2)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: candidates.length - 1;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return candidates[index]?.value;</a:t>
            </a:r>
          </a:p>
        </p:txBody>
      </p:sp>
      <p:sp>
        <p:nvSpPr>
          <p:cNvPr id="9" name="metric-9">
            <a:extLst xmlns:a="http://schemas.openxmlformats.org/drawingml/2006/main">
              <a:ext uri="{FF2B5EF4-FFF2-40B4-BE49-F238E27FC236}">
                <a16:creationId xmlns:a16="http://schemas.microsoft.com/office/drawing/2014/main" id="{AD86CE0C-84E5-43F8-806D-11C6B5CE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4:3</a:t>
            </a:r>
          </a:p>
        </p:txBody>
      </p:sp>
      <p:sp>
        <p:nvSpPr>
          <p:cNvPr id="10" name="metric-rule-9">
            <a:extLst xmlns:a="http://schemas.openxmlformats.org/drawingml/2006/main">
              <a:ext uri="{FF2B5EF4-FFF2-40B4-BE49-F238E27FC236}">
                <a16:creationId xmlns:a16="http://schemas.microsoft.com/office/drawing/2014/main" id="{9B2470AC-5674-4C4D-A8BC-A5D0C2B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9">
            <a:extLst xmlns:a="http://schemas.openxmlformats.org/drawingml/2006/main">
              <a:ext uri="{FF2B5EF4-FFF2-40B4-BE49-F238E27FC236}">
                <a16:creationId xmlns:a16="http://schemas.microsoft.com/office/drawing/2014/main" id="{70187E95-53EA-4727-B1B9-644B1F2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ระดับ ไม่ใช่เลขตายตัว</a:t>
            </a:r>
          </a:p>
        </p:txBody>
      </p:sp>
      <p:sp>
        <p:nvSpPr>
          <p:cNvPr id="12" name="takeaway-body-9">
            <a:extLst xmlns:a="http://schemas.openxmlformats.org/drawingml/2006/main">
              <a:ext uri="{FF2B5EF4-FFF2-40B4-BE49-F238E27FC236}">
                <a16:creationId xmlns:a16="http://schemas.microsoft.com/office/drawing/2014/main" id="{6A0B89CB-9229-41F5-8656-24B0164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โค้ดอ่าน size ที่อุปกรณ์รองรับจริง ให้ความสำคัญกับ 4:3 แล้วเลือกค่าต่ำสุด ค่ากลาง หรือค่าสูงสุด</a:t>
            </a:r>
          </a:p>
        </p:txBody>
      </p:sp>
    </p:spTree>
    <p:extLst>
      <p:ext uri="{BB962C8B-B14F-4D97-AF65-F5344CB8AC3E}">
        <p14:creationId xmlns:p14="http://schemas.microsoft.com/office/powerpoint/2010/main" val="1460865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0">
            <a:extLst xmlns:a="http://schemas.openxmlformats.org/drawingml/2006/main">
              <a:ext uri="{FF2B5EF4-FFF2-40B4-BE49-F238E27FC236}">
                <a16:creationId xmlns:a16="http://schemas.microsoft.com/office/drawing/2014/main" id="{E5700DE9-307D-4C31-BA81-FCD523ED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CAMERA CONFIG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25974A7-93AC-4597-92C5-3EEA7B0A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CameraView ใช้ pictureSize ที่เลือก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4CB42CCA-1843-4628-8195-EC4E8C4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008C7D0C-1B9B-44F9-9D8B-77447F9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42C7BF77-C47F-4372-9E6A-C4A7890C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6" name="source-10-58-184">
            <a:extLst xmlns:a="http://schemas.openxmlformats.org/drawingml/2006/main">
              <a:ext uri="{FF2B5EF4-FFF2-40B4-BE49-F238E27FC236}">
                <a16:creationId xmlns:a16="http://schemas.microsoft.com/office/drawing/2014/main" id="{1BC790D1-8DF5-4BF5-8277-A81F8067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app/(tabs)/index.tsx • CameraView</a:t>
            </a:r>
          </a:p>
        </p:txBody>
      </p:sp>
      <p:sp>
        <p:nvSpPr>
          <p:cNvPr id="7" name="code-accent-10-58-184">
            <a:extLst xmlns:a="http://schemas.openxmlformats.org/drawingml/2006/main">
              <a:ext uri="{FF2B5EF4-FFF2-40B4-BE49-F238E27FC236}">
                <a16:creationId xmlns:a16="http://schemas.microsoft.com/office/drawing/2014/main" id="{B946B431-C5D6-4B91-B937-ADA8C51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10-58-184">
            <a:extLst xmlns:a="http://schemas.openxmlformats.org/drawingml/2006/main">
              <a:ext uri="{FF2B5EF4-FFF2-40B4-BE49-F238E27FC236}">
                <a16:creationId xmlns:a16="http://schemas.microsoft.com/office/drawing/2014/main" id="{2DDFDD8A-BA13-49C2-B55E-AD69D851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77438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cameraKey =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`${facing}:${selectedPictureSize ?? "detect"}`;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{isFocused &amp;&amp; appState === "active" &amp;&amp; (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&lt;CameraView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facing={facing}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key={cameraKey}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onCameraReady={handleCameraReady}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pictureSize={selectedPictureSize}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ratio={selectedPictureSize ? undefined : "4:3"}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ref={setCameraInstance}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  style={styles.camera}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/&gt;</a:t>
            </a:r>
          </a:p>
          <a:p xmlns:a="http://schemas.openxmlformats.org/drawingml/2006/main">
            <a:pPr algn="l">
              <a:def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)}</a:t>
            </a:r>
          </a:p>
        </p:txBody>
      </p:sp>
      <p:sp>
        <p:nvSpPr>
          <p:cNvPr id="9" name="metric-10">
            <a:extLst xmlns:a="http://schemas.openxmlformats.org/drawingml/2006/main">
              <a:ext uri="{FF2B5EF4-FFF2-40B4-BE49-F238E27FC236}">
                <a16:creationId xmlns:a16="http://schemas.microsoft.com/office/drawing/2014/main" id="{BB9AF8A4-DD0E-4EDE-BA38-00629744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10" name="metric-rule-10">
            <a:extLst xmlns:a="http://schemas.openxmlformats.org/drawingml/2006/main">
              <a:ext uri="{FF2B5EF4-FFF2-40B4-BE49-F238E27FC236}">
                <a16:creationId xmlns:a16="http://schemas.microsoft.com/office/drawing/2014/main" id="{D7007569-3FFE-4A27-B2D0-79A60EEF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10">
            <a:extLst xmlns:a="http://schemas.openxmlformats.org/drawingml/2006/main">
              <a:ext uri="{FF2B5EF4-FFF2-40B4-BE49-F238E27FC236}">
                <a16:creationId xmlns:a16="http://schemas.microsoft.com/office/drawing/2014/main" id="{EA574839-3BC9-4B09-B200-1416FB7D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Two-phase mount</a:t>
            </a:r>
          </a:p>
        </p:txBody>
      </p:sp>
      <p:sp>
        <p:nvSpPr>
          <p:cNvPr id="12" name="takeaway-body-10">
            <a:extLst xmlns:a="http://schemas.openxmlformats.org/drawingml/2006/main">
              <a:ext uri="{FF2B5EF4-FFF2-40B4-BE49-F238E27FC236}">
                <a16:creationId xmlns:a16="http://schemas.microsoft.com/office/drawing/2014/main" id="{C975FC98-16A4-4D43-97CC-31C310F2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รอบแรกใช้กล้องเพื่อค้นหา sizes จากนั้น cameraKey ทำให้ remount ด้วย pictureSize จริง และรอ onCameraReady ก่อนเปิด controls</a:t>
            </a:r>
          </a:p>
        </p:txBody>
      </p:sp>
    </p:spTree>
    <p:extLst>
      <p:ext uri="{BB962C8B-B14F-4D97-AF65-F5344CB8AC3E}">
        <p14:creationId xmlns:p14="http://schemas.microsoft.com/office/powerpoint/2010/main" val="4157912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1">
            <a:extLst xmlns:a="http://schemas.openxmlformats.org/drawingml/2006/main">
              <a:ext uri="{FF2B5EF4-FFF2-40B4-BE49-F238E27FC236}">
                <a16:creationId xmlns:a16="http://schemas.microsoft.com/office/drawing/2014/main" id="{6EA3450D-B926-4C9B-8203-CB2697B3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VOICE RECORDER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003E7C4-34B8-4620-8E47-41C676AF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Audio quality map เป็น 64 / 96 / 128 kbps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89D25D2A-A79B-4603-80D7-43AFFE46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4233981A-E518-4F38-9A40-EF17EF19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AAFAD958-D4BC-4015-B12E-A3107DD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6" name="source-11-58-184">
            <a:extLst xmlns:a="http://schemas.openxmlformats.org/drawingml/2006/main">
              <a:ext uri="{FF2B5EF4-FFF2-40B4-BE49-F238E27FC236}">
                <a16:creationId xmlns:a16="http://schemas.microsoft.com/office/drawing/2014/main" id="{E07CFCE2-5007-4A2C-8873-43D0B4AA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app/(tabs)/voice_record.tsx • recording options excerpt</a:t>
            </a:r>
          </a:p>
        </p:txBody>
      </p:sp>
      <p:sp>
        <p:nvSpPr>
          <p:cNvPr id="7" name="code-accent-11-58-184">
            <a:extLst xmlns:a="http://schemas.openxmlformats.org/drawingml/2006/main">
              <a:ext uri="{FF2B5EF4-FFF2-40B4-BE49-F238E27FC236}">
                <a16:creationId xmlns:a16="http://schemas.microsoft.com/office/drawing/2014/main" id="{0D92145B-5E59-4DB2-B2D2-50F4477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11-58-184">
            <a:extLst xmlns:a="http://schemas.openxmlformats.org/drawingml/2006/main">
              <a:ext uri="{FF2B5EF4-FFF2-40B4-BE49-F238E27FC236}">
                <a16:creationId xmlns:a16="http://schemas.microsoft.com/office/drawing/2014/main" id="{3CF0BA44-F6DF-48BE-B246-0625D23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69818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LOW_QUALITY_RECORDING_OPTIONS = {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...RecordingPresets.HIGH_QUALITY,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bitRate: 64000,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ios: { audioQuality: AudioQuality.LOW },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web: { bitsPerSecond: 64000 },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MEDIUM_QUALITY_RECORDING_OPTIONS = {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...RecordingPresets.HIGH_QUALITY,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bitRate: 96000,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ios: { audioQuality: AudioQuality.MEDIUM },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web: { bitsPerSecond: 96000 },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9" name="audio-label-0">
            <a:extLst xmlns:a="http://schemas.openxmlformats.org/drawingml/2006/main">
              <a:ext uri="{FF2B5EF4-FFF2-40B4-BE49-F238E27FC236}">
                <a16:creationId xmlns:a16="http://schemas.microsoft.com/office/drawing/2014/main" id="{6C669AFF-A2CE-456D-BF06-F2C0F29F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LOW</a:t>
            </a:r>
          </a:p>
        </p:txBody>
      </p:sp>
      <p:sp>
        <p:nvSpPr>
          <p:cNvPr id="10" name="audio-value-0">
            <a:extLst xmlns:a="http://schemas.openxmlformats.org/drawingml/2006/main">
              <a:ext uri="{FF2B5EF4-FFF2-40B4-BE49-F238E27FC236}">
                <a16:creationId xmlns:a16="http://schemas.microsoft.com/office/drawing/2014/main" id="{2E2F9AE9-356C-4DB6-9162-ED37D264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64 kbps</a:t>
            </a:r>
          </a:p>
        </p:txBody>
      </p:sp>
      <p:sp>
        <p:nvSpPr>
          <p:cNvPr id="11" name="audio-rule-0">
            <a:extLst xmlns:a="http://schemas.openxmlformats.org/drawingml/2006/main">
              <a:ext uri="{FF2B5EF4-FFF2-40B4-BE49-F238E27FC236}">
                <a16:creationId xmlns:a16="http://schemas.microsoft.com/office/drawing/2014/main" id="{745A07F9-C066-43CE-AFA4-4102E17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2" name="audio-label-1">
            <a:extLst xmlns:a="http://schemas.openxmlformats.org/drawingml/2006/main">
              <a:ext uri="{FF2B5EF4-FFF2-40B4-BE49-F238E27FC236}">
                <a16:creationId xmlns:a16="http://schemas.microsoft.com/office/drawing/2014/main" id="{048BFDFC-989D-463B-85D9-3D0E46E0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MEDIUM</a:t>
            </a:r>
          </a:p>
        </p:txBody>
      </p:sp>
      <p:sp>
        <p:nvSpPr>
          <p:cNvPr id="13" name="audio-value-1">
            <a:extLst xmlns:a="http://schemas.openxmlformats.org/drawingml/2006/main">
              <a:ext uri="{FF2B5EF4-FFF2-40B4-BE49-F238E27FC236}">
                <a16:creationId xmlns:a16="http://schemas.microsoft.com/office/drawing/2014/main" id="{17E7B885-72A5-4CC1-8AEA-E9894E0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96 kbps</a:t>
            </a:r>
          </a:p>
        </p:txBody>
      </p:sp>
      <p:sp>
        <p:nvSpPr>
          <p:cNvPr id="14" name="audio-rule-1">
            <a:extLst xmlns:a="http://schemas.openxmlformats.org/drawingml/2006/main">
              <a:ext uri="{FF2B5EF4-FFF2-40B4-BE49-F238E27FC236}">
                <a16:creationId xmlns:a16="http://schemas.microsoft.com/office/drawing/2014/main" id="{708DD2B8-D7E5-4D17-9912-3CAD76E6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5" name="audio-label-2">
            <a:extLst xmlns:a="http://schemas.openxmlformats.org/drawingml/2006/main">
              <a:ext uri="{FF2B5EF4-FFF2-40B4-BE49-F238E27FC236}">
                <a16:creationId xmlns:a16="http://schemas.microsoft.com/office/drawing/2014/main" id="{60045A52-C3F3-4D06-807C-E45B1BB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HIGH</a:t>
            </a:r>
          </a:p>
        </p:txBody>
      </p:sp>
      <p:sp>
        <p:nvSpPr>
          <p:cNvPr id="16" name="audio-value-2">
            <a:extLst xmlns:a="http://schemas.openxmlformats.org/drawingml/2006/main">
              <a:ext uri="{FF2B5EF4-FFF2-40B4-BE49-F238E27FC236}">
                <a16:creationId xmlns:a16="http://schemas.microsoft.com/office/drawing/2014/main" id="{9D5AD78D-34BE-4808-9C3B-A3A4AB61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128 kbps</a:t>
            </a:r>
          </a:p>
        </p:txBody>
      </p:sp>
      <p:sp>
        <p:nvSpPr>
          <p:cNvPr id="17" name="audio-rule-2">
            <a:extLst xmlns:a="http://schemas.openxmlformats.org/drawingml/2006/main">
              <a:ext uri="{FF2B5EF4-FFF2-40B4-BE49-F238E27FC236}">
                <a16:creationId xmlns:a16="http://schemas.microsoft.com/office/drawing/2014/main" id="{8747137A-60F8-4317-AC37-C1D25D93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8" name="audio-hook">
            <a:extLst xmlns:a="http://schemas.openxmlformats.org/drawingml/2006/main">
              <a:ext uri="{FF2B5EF4-FFF2-40B4-BE49-F238E27FC236}">
                <a16:creationId xmlns:a16="http://schemas.microsoft.com/office/drawing/2014/main" id="{8B07B0C9-E4D8-4753-BAE2-1304D807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7A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7A7AD"/>
                </a:solidFill>
                <a:latin typeface="DejaVu Sans Mono"/>
                <a:ea typeface="DejaVu Sans Mono"/>
                <a:cs typeface="DejaVu Sans Mono"/>
              </a:rPr>
              <a:t>useAudioRecorder(selectedPreset)</a:t>
            </a:r>
          </a:p>
        </p:txBody>
      </p:sp>
    </p:spTree>
    <p:extLst>
      <p:ext uri="{BB962C8B-B14F-4D97-AF65-F5344CB8AC3E}">
        <p14:creationId xmlns:p14="http://schemas.microsoft.com/office/powerpoint/2010/main" val="1721932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2">
            <a:extLst xmlns:a="http://schemas.openxmlformats.org/drawingml/2006/main">
              <a:ext uri="{FF2B5EF4-FFF2-40B4-BE49-F238E27FC236}">
                <a16:creationId xmlns:a16="http://schemas.microsoft.com/office/drawing/2014/main" id="{6CAE37E7-EC77-406B-90ED-7EE78E90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RECORDER SAFETY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53F62A8-3850-429B-9F52-A5F95B6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Recorder phase ลด race และป้องกันไฟล์หาย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6901C3A0-A4BC-4A49-AABA-9DA9582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E3597917-E467-4C42-B400-EEAFB63C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F90678AF-F6FC-4239-9FE9-20DE6EDF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6" name="source-12-58-176">
            <a:extLst xmlns:a="http://schemas.openxmlformats.org/drawingml/2006/main">
              <a:ext uri="{FF2B5EF4-FFF2-40B4-BE49-F238E27FC236}">
                <a16:creationId xmlns:a16="http://schemas.microsoft.com/office/drawing/2014/main" id="{C7936B08-5F47-410E-A982-4D3F9F6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app/(tabs)/voice_record.tsx • stopRecording excerpt</a:t>
            </a:r>
          </a:p>
        </p:txBody>
      </p:sp>
      <p:sp>
        <p:nvSpPr>
          <p:cNvPr id="7" name="code-accent-12-58-176">
            <a:extLst xmlns:a="http://schemas.openxmlformats.org/drawingml/2006/main">
              <a:ext uri="{FF2B5EF4-FFF2-40B4-BE49-F238E27FC236}">
                <a16:creationId xmlns:a16="http://schemas.microsoft.com/office/drawing/2014/main" id="{F55F3A26-9765-41F6-BF11-E1BE095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12-58-176">
            <a:extLst xmlns:a="http://schemas.openxmlformats.org/drawingml/2006/main">
              <a:ext uri="{FF2B5EF4-FFF2-40B4-BE49-F238E27FC236}">
                <a16:creationId xmlns:a16="http://schemas.microsoft.com/office/drawing/2014/main" id="{B5FC2643-C2F8-48E3-9686-82A4A945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774382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type RecorderPhase = "idle" | "starting"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| "recording" | "stopping";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if (recorderPhaseRef.current !== "recording") {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return;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changeRecorderPhase("stopping");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await recorder.stop();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const uri = recorder.uri;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if (uri) {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  setRecordingUri(uri);</a:t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7F7F8"/>
                </a:solidFill>
                <a:latin typeface="DejaVu Sans Mono"/>
                <a:ea typeface="DejaVu Sans Mono"/>
                <a:cs typeface="DejaVu Sans Mono"/>
              </a:rPr>
              <a:t>await setAudioModeAsync({ allowsRecording: false });</a:t>
            </a:r>
          </a:p>
        </p:txBody>
      </p:sp>
      <p:sp>
        <p:nvSpPr>
          <p:cNvPr id="9" name="metric-12">
            <a:extLst xmlns:a="http://schemas.openxmlformats.org/drawingml/2006/main">
              <a:ext uri="{FF2B5EF4-FFF2-40B4-BE49-F238E27FC236}">
                <a16:creationId xmlns:a16="http://schemas.microsoft.com/office/drawing/2014/main" id="{8C60B0E3-ED19-4905-BF08-B652C15D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4 phase</a:t>
            </a:r>
          </a:p>
        </p:txBody>
      </p:sp>
      <p:sp>
        <p:nvSpPr>
          <p:cNvPr id="10" name="metric-rule-12">
            <a:extLst xmlns:a="http://schemas.openxmlformats.org/drawingml/2006/main">
              <a:ext uri="{FF2B5EF4-FFF2-40B4-BE49-F238E27FC236}">
                <a16:creationId xmlns:a16="http://schemas.microsoft.com/office/drawing/2014/main" id="{043D1735-AF54-438F-AB0D-A22CB6C6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1" name="takeaway-heading-12">
            <a:extLst xmlns:a="http://schemas.openxmlformats.org/drawingml/2006/main">
              <a:ext uri="{FF2B5EF4-FFF2-40B4-BE49-F238E27FC236}">
                <a16:creationId xmlns:a16="http://schemas.microsoft.com/office/drawing/2014/main" id="{DA539596-6349-4042-8303-3BB51A1B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เก็บ URI ก่อน reset</a:t>
            </a:r>
          </a:p>
        </p:txBody>
      </p:sp>
      <p:sp>
        <p:nvSpPr>
          <p:cNvPr id="12" name="takeaway-body-12">
            <a:extLst xmlns:a="http://schemas.openxmlformats.org/drawingml/2006/main">
              <a:ext uri="{FF2B5EF4-FFF2-40B4-BE49-F238E27FC236}">
                <a16:creationId xmlns:a16="http://schemas.microsoft.com/office/drawing/2014/main" id="{75894281-0D13-455F-8BCA-FCB6455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7813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Phase ref ป้องกันการกดซ้ำ ส่วน URI ถูกอ่านทันทีหลัง stop ก่อนเปลี่ยน audio mode จึงลดความเสี่ยงที่ไฟล์จะหายเมื่อ reset ล้มเหลว</a:t>
            </a:r>
          </a:p>
        </p:txBody>
      </p:sp>
    </p:spTree>
    <p:extLst>
      <p:ext uri="{BB962C8B-B14F-4D97-AF65-F5344CB8AC3E}">
        <p14:creationId xmlns:p14="http://schemas.microsoft.com/office/powerpoint/2010/main" val="2133654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3">
            <a:extLst xmlns:a="http://schemas.openxmlformats.org/drawingml/2006/main">
              <a:ext uri="{FF2B5EF4-FFF2-40B4-BE49-F238E27FC236}">
                <a16:creationId xmlns:a16="http://schemas.microsoft.com/office/drawing/2014/main" id="{2B2EF331-601C-44D4-B487-E40A256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VERIFICATION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491F190B-0C70-426D-A8FB-F328DEA4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โค้ดผ่าน static checks และพร้อมทดสอบบนเครื่อง</a:t>
            </a:r>
          </a:p>
        </p:txBody>
      </p:sp>
      <p:sp>
        <p:nvSpPr>
          <p:cNvPr id="3" name="header-rule-13">
            <a:extLst xmlns:a="http://schemas.openxmlformats.org/drawingml/2006/main">
              <a:ext uri="{FF2B5EF4-FFF2-40B4-BE49-F238E27FC236}">
                <a16:creationId xmlns:a16="http://schemas.microsoft.com/office/drawing/2014/main" id="{8CBA6CB8-46DA-4612-AFE5-540FC53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0B0D"/>
            </a:solidFill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3B8B86AC-F566-47C8-9224-B4E65FC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CAMERA APP  /  CODE WALKTHROUGH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AE523659-2D9A-4461-AFE7-5BBAE3F6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64646A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6" name="check-status-0">
            <a:extLst xmlns:a="http://schemas.openxmlformats.org/drawingml/2006/main">
              <a:ext uri="{FF2B5EF4-FFF2-40B4-BE49-F238E27FC236}">
                <a16:creationId xmlns:a16="http://schemas.microsoft.com/office/drawing/2014/main" id="{100899EB-B061-49A8-B56C-CE4D291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7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4A0C7354-F9C1-4B75-8E8E-1D23EA7C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95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TypeScript</a:t>
            </a:r>
          </a:p>
        </p:txBody>
      </p:sp>
      <p:sp>
        <p:nvSpPr>
          <p:cNvPr id="8" name="check-command-0">
            <a:extLst xmlns:a="http://schemas.openxmlformats.org/drawingml/2006/main">
              <a:ext uri="{FF2B5EF4-FFF2-40B4-BE49-F238E27FC236}">
                <a16:creationId xmlns:a16="http://schemas.microsoft.com/office/drawing/2014/main" id="{21A701C6-4C8B-4B1B-9FEC-26B21500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24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npx tsc --noEmit</a:t>
            </a:r>
          </a:p>
        </p:txBody>
      </p:sp>
      <p:sp>
        <p:nvSpPr>
          <p:cNvPr id="9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A05061E3-1E6E-44E3-ADC8-938054B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0" name="check-status-1">
            <a:extLst xmlns:a="http://schemas.openxmlformats.org/drawingml/2006/main">
              <a:ext uri="{FF2B5EF4-FFF2-40B4-BE49-F238E27FC236}">
                <a16:creationId xmlns:a16="http://schemas.microsoft.com/office/drawing/2014/main" id="{3F2C8F0D-1914-4357-9A48-7ECE3189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11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E24CC568-B288-4E6B-BAE8-145A3DD5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6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Expo lint</a:t>
            </a:r>
          </a:p>
        </p:txBody>
      </p:sp>
      <p:sp>
        <p:nvSpPr>
          <p:cNvPr id="12" name="check-command-1">
            <a:extLst xmlns:a="http://schemas.openxmlformats.org/drawingml/2006/main">
              <a:ext uri="{FF2B5EF4-FFF2-40B4-BE49-F238E27FC236}">
                <a16:creationId xmlns:a16="http://schemas.microsoft.com/office/drawing/2014/main" id="{061A8FD0-5794-4F8F-B00E-70906BFF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05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npm run lint -- --no-cache</a:t>
            </a:r>
          </a:p>
        </p:txBody>
      </p:sp>
      <p:sp>
        <p:nvSpPr>
          <p:cNvPr id="13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5E6F0613-EF94-43D1-8F8E-E20C32FC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4" name="check-status-2">
            <a:extLst xmlns:a="http://schemas.openxmlformats.org/drawingml/2006/main">
              <a:ext uri="{FF2B5EF4-FFF2-40B4-BE49-F238E27FC236}">
                <a16:creationId xmlns:a16="http://schemas.microsoft.com/office/drawing/2014/main" id="{8C2B21CD-DC6B-446A-BE11-FBCAD2DC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15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7C681FE6-AE69-4CCF-A7BE-4B2F9E39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Diff integrity</a:t>
            </a:r>
          </a:p>
        </p:txBody>
      </p:sp>
      <p:sp>
        <p:nvSpPr>
          <p:cNvPr id="16" name="check-command-2">
            <a:extLst xmlns:a="http://schemas.openxmlformats.org/drawingml/2006/main">
              <a:ext uri="{FF2B5EF4-FFF2-40B4-BE49-F238E27FC236}">
                <a16:creationId xmlns:a16="http://schemas.microsoft.com/office/drawing/2014/main" id="{E035C33E-589D-4BBA-85BF-10F4F1C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86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git diff --check</a:t>
            </a:r>
          </a:p>
        </p:txBody>
      </p:sp>
      <p:sp>
        <p:nvSpPr>
          <p:cNvPr id="17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A3FB8962-9A83-499C-B134-C0539072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18" name="check-status-3">
            <a:extLst xmlns:a="http://schemas.openxmlformats.org/drawingml/2006/main">
              <a:ext uri="{FF2B5EF4-FFF2-40B4-BE49-F238E27FC236}">
                <a16:creationId xmlns:a16="http://schemas.microsoft.com/office/drawing/2014/main" id="{665E44E4-95AD-425A-8336-FAE66397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19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C3DABA86-E4B5-4672-9B90-7400085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Dependencies</a:t>
            </a:r>
          </a:p>
        </p:txBody>
      </p:sp>
      <p:sp>
        <p:nvSpPr>
          <p:cNvPr id="20" name="check-command-3">
            <a:extLst xmlns:a="http://schemas.openxmlformats.org/drawingml/2006/main">
              <a:ext uri="{FF2B5EF4-FFF2-40B4-BE49-F238E27FC236}">
                <a16:creationId xmlns:a16="http://schemas.microsoft.com/office/drawing/2014/main" id="{C80796F2-356D-4901-88CE-89B35C85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67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64646A"/>
                </a:solidFill>
                <a:latin typeface="DejaVu Sans Mono"/>
                <a:ea typeface="DejaVu Sans Mono"/>
                <a:cs typeface="DejaVu Sans Mono"/>
              </a:rPr>
              <a:t>npm ls --depth=0</a:t>
            </a:r>
          </a:p>
        </p:txBody>
      </p:sp>
      <p:sp>
        <p:nvSpPr>
          <p:cNvPr id="21" name="check-rule-3">
            <a:extLst xmlns:a="http://schemas.openxmlformats.org/drawingml/2006/main">
              <a:ext uri="{FF2B5EF4-FFF2-40B4-BE49-F238E27FC236}">
                <a16:creationId xmlns:a16="http://schemas.microsoft.com/office/drawing/2014/main" id="{AF7EC7DA-CC15-4400-A31D-56D27D99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C"/>
            </a:solidFill>
            <a:prstDash val="solid"/>
          </a:ln>
        </p:spPr>
      </p:sp>
      <p:sp>
        <p:nvSpPr>
          <p:cNvPr id="22" name="next-step-panel">
            <a:extLst xmlns:a="http://schemas.openxmlformats.org/drawingml/2006/main">
              <a:ext uri="{FF2B5EF4-FFF2-40B4-BE49-F238E27FC236}">
                <a16:creationId xmlns:a16="http://schemas.microsoft.com/office/drawing/2014/main" id="{0E243FF2-8C8C-4769-AE67-BDF6113A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876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ext-step-kicker">
            <a:extLst xmlns:a="http://schemas.openxmlformats.org/drawingml/2006/main">
              <a:ext uri="{FF2B5EF4-FFF2-40B4-BE49-F238E27FC236}">
                <a16:creationId xmlns:a16="http://schemas.microsoft.com/office/drawing/2014/main" id="{1845F232-BC85-4EB7-92D8-98FC731E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431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4248"/>
                </a:solidFill>
                <a:latin typeface="Noto Sans Thai"/>
                <a:ea typeface="Noto Sans Thai"/>
                <a:cs typeface="Noto Sans Thai"/>
              </a:rPr>
              <a:t>NEXT STEP</a:t>
            </a:r>
          </a:p>
        </p:txBody>
      </p:sp>
      <p:sp>
        <p:nvSpPr>
          <p:cNvPr id="24" name="next-step-title">
            <a:extLst xmlns:a="http://schemas.openxmlformats.org/drawingml/2006/main">
              <a:ext uri="{FF2B5EF4-FFF2-40B4-BE49-F238E27FC236}">
                <a16:creationId xmlns:a16="http://schemas.microsoft.com/office/drawing/2014/main" id="{909BEDBA-7F35-49FD-928F-6ABC6A50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343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ทดสอบบนอุปกรณ์จริง</a:t>
            </a:r>
          </a:p>
        </p:txBody>
      </p:sp>
      <p:sp>
        <p:nvSpPr>
          <p:cNvPr id="25" name="next-step-list">
            <a:extLst xmlns:a="http://schemas.openxmlformats.org/drawingml/2006/main">
              <a:ext uri="{FF2B5EF4-FFF2-40B4-BE49-F238E27FC236}">
                <a16:creationId xmlns:a16="http://schemas.microsoft.com/office/drawing/2014/main" id="{77DD7B65-28D4-45AE-9446-5801A11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343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4" algn="l">
              <a:spcAft>
                <a:spcPts val="11"/>
              </a:spcAft>
              <a:buChar char="•"/>
              <a:defRPr sz="1350" b="0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เขย่าระหว่าง 3–10 วินาที</a:t>
            </a:r>
          </a:p>
          <a:p xmlns:a="http://schemas.openxmlformats.org/drawingml/2006/main">
            <a:pPr marL="24" indent="-14" algn="l">
              <a:spcAft>
                <a:spcPts val="11"/>
              </a:spcAft>
              <a:buChar char="•"/>
              <a:defRPr sz="1350" b="0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เช็ก picture size บน iOS / Android</a:t>
            </a:r>
          </a:p>
          <a:p xmlns:a="http://schemas.openxmlformats.org/drawingml/2006/main">
            <a:pPr marL="24" indent="-14" algn="l">
              <a:spcAft>
                <a:spcPts val="11"/>
              </a:spcAft>
              <a:buChar char="•"/>
              <a:defRPr sz="1350" b="0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เปรียบเทียบขนาดไฟล์เสียงทั้ง 3 ระดับ</a:t>
            </a:r>
          </a:p>
        </p:txBody>
      </p:sp>
      <p:sp>
        <p:nvSpPr>
          <p:cNvPr id="26" name="final-takeaway">
            <a:extLst xmlns:a="http://schemas.openxmlformats.org/drawingml/2006/main">
              <a:ext uri="{FF2B5EF4-FFF2-40B4-BE49-F238E27FC236}">
                <a16:creationId xmlns:a16="http://schemas.microsoft.com/office/drawing/2014/main" id="{764B91A3-5321-4A23-9092-8EA504E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108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0B0B0D"/>
                </a:solidFill>
                <a:latin typeface="Noto Sans Thai"/>
                <a:ea typeface="Noto Sans Thai"/>
                <a:cs typeface="Noto Sans Thai"/>
              </a:rPr>
              <a:t>สรุป: Slider เปลี่ยนค่า → Context บันทึก → Camera และ Recorder ใช้ค่าจริงอย่างปลอดภัย</a:t>
            </a:r>
          </a:p>
        </p:txBody>
      </p:sp>
      <p:sp>
        <p:nvSpPr>
          <p:cNvPr id="27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49A0CF71-DA05-4E85-86CD-22EC8112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42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8483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2026-09-03T16:05:49.0760000Z</dcterms:created>
  <dcterms:modified xsi:type="dcterms:W3CDTF">2026-09-03T16:05:49.0760000Z</dcterms:modified>
</coreProperties>
</file>